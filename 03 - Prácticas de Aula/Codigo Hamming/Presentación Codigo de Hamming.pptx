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03" y="-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A0C7F-126A-4ABF-95F4-9FDECCCD66F5}" type="datetimeFigureOut">
              <a:rPr lang="es-ES" smtClean="0"/>
              <a:pPr/>
              <a:t>15/02/2021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BF70F-88AC-499D-87E1-EF5F3FE5947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jarroba.com/wp-content/uploads/2016/10/Hamming-Matriz-sindrome-www.jarroba.com_.p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jarroba.com/wp-content/uploads/2016/10/Hamming-Datos-en-crudo-www.jarroba.com_.p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hyperlink" Target="https://jarroba.com/wp-content/uploads/2016/10/Hamming-Datos-en-crudo-www.jarroba.com_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rroba.com/wp-content/uploads/2016/10/Hamming-Dejando-hueco-para-los-bits-de-paridad-www.jarroba.com_.png" TargetMode="External"/><Relationship Id="rId5" Type="http://schemas.openxmlformats.org/officeDocument/2006/relationships/image" Target="../media/image1.png"/><Relationship Id="rId4" Type="http://schemas.openxmlformats.org/officeDocument/2006/relationships/hyperlink" Target="https://jarroba.com/wp-content/uploads/2016/10/Hamming-Matriz-sindrome-www.jarroba.com_.p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jarroba.com/wp-content/uploads/2016/10/Hamming-Rellenar-matriz-de-deducci%C3%B3n-www.jarroba.com_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jarroba.com/wp-content/uploads/2016/10/Hamming-Datos-con-bits-de-paridad-www.jarroba.com_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arroba.com/wp-content/uploads/2016/10/Dato-a-Bloque-de-c%C3%B3digo-www.jarroba.com_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jarroba.com/wp-content/uploads/2016/10/Hamming-Datos-con-bits-de-paridad-que-podr%C3%ADa-contener-errores-www.jarroba.com_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jarroba.com/wp-content/uploads/2016/10/Hamming-Calcular-bits-de-paridad-a-la-inversa-y-compararlos-www.jarroba.com_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67544" y="2276872"/>
            <a:ext cx="8180637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Código de </a:t>
            </a:r>
            <a:r>
              <a:rPr kumimoji="0" lang="es-ES" sz="4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Detección y Corrección de errores </a:t>
            </a:r>
            <a:endParaRPr kumimoji="0" lang="es-E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Código </a:t>
            </a:r>
            <a:r>
              <a:rPr lang="es-ES" b="1" dirty="0" err="1" smtClean="0"/>
              <a:t>Hamming</a:t>
            </a:r>
            <a:endParaRPr lang="es-ES" dirty="0"/>
          </a:p>
        </p:txBody>
      </p:sp>
      <p:pic>
        <p:nvPicPr>
          <p:cNvPr id="4" name="3 Imagen" descr="hamming-matriz-sindrome-www-jarroba-com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8712968" cy="4824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4499992" y="1268760"/>
            <a:ext cx="812523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(3,1)</a:t>
            </a:r>
            <a:endParaRPr kumimoji="0" lang="es-E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(15,11): en la matriz de la anterior imagen llegaría justo hasta antes de la posición 16</a:t>
            </a:r>
            <a:endParaRPr kumimoji="0" lang="es-E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865438" algn="l"/>
              </a:tabLst>
            </a:pPr>
            <a:r>
              <a:rPr kumimoji="0" lang="es-E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(31,26): llegaría justo hasta la posición anterior a la 32</a:t>
            </a:r>
            <a:endParaRPr kumimoji="0" lang="es-E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(7,4)</a:t>
            </a:r>
            <a:endParaRPr lang="es-ES" dirty="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115616" y="1772816"/>
            <a:ext cx="684076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Hamming</a:t>
            </a:r>
            <a:r>
              <a:rPr kumimoji="0" lang="es-E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(7,4)</a:t>
            </a:r>
            <a:r>
              <a:rPr kumimoji="0" lang="es-E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que quiere decir que </a:t>
            </a:r>
            <a:r>
              <a:rPr kumimoji="0" lang="es-E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por cada 7 bits </a:t>
            </a:r>
            <a:r>
              <a:rPr kumimoji="0" lang="es-E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que representan datos hay </a:t>
            </a:r>
            <a:r>
              <a:rPr kumimoji="0" lang="es-E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4 que son bits de Datos </a:t>
            </a:r>
            <a:r>
              <a:rPr kumimoji="0" lang="es-E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y los (7 – 4 =) 3 restantes son “bits paridad”.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s-E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5361" name="Imagen 4" descr="hamming-datos-en-crudo-www-jarroba-com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3789040"/>
            <a:ext cx="3448633" cy="2088232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1327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" descr="hamming-datos-en-crudo-www-jarroba-com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869160"/>
            <a:ext cx="2497286" cy="1512168"/>
          </a:xfrm>
          <a:prstGeom prst="rect">
            <a:avLst/>
          </a:prstGeom>
          <a:noFill/>
        </p:spPr>
      </p:pic>
      <p:pic>
        <p:nvPicPr>
          <p:cNvPr id="5" name="4 Imagen" descr="hamming-matriz-sindrome-www-jarroba-com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683568" y="0"/>
            <a:ext cx="8460432" cy="407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5 Imagen" descr="hamming-dejando-hueco-para-los-bits-de-paridad-www-jarroba-com">
            <a:hlinkClick r:id="rId6"/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701882"/>
            <a:ext cx="2880320" cy="182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hamming-rellenar-matriz-de-deduccion-www-jarroba-com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2656"/>
            <a:ext cx="7272808" cy="4176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4 Imagen" descr="hamming-datos-con-bits-de-paridad-www-jarroba-com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869160"/>
            <a:ext cx="4248472" cy="18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dato-a-bloque-de-codigo-www-jarroba-com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259632" y="764704"/>
            <a:ext cx="6637229" cy="193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4 Imagen" descr="hamming-datos-con-bits-de-paridad-que-podria-contener-errores-www-jarroba-com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077072"/>
            <a:ext cx="3744416" cy="15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7 Grupo"/>
          <p:cNvGrpSpPr/>
          <p:nvPr/>
        </p:nvGrpSpPr>
        <p:grpSpPr>
          <a:xfrm>
            <a:off x="899592" y="980728"/>
            <a:ext cx="6912768" cy="3240360"/>
            <a:chOff x="323528" y="1196752"/>
            <a:chExt cx="5904656" cy="2761996"/>
          </a:xfrm>
        </p:grpSpPr>
        <p:pic>
          <p:nvPicPr>
            <p:cNvPr id="5" name="4 Imagen" descr="hamming-calcular-bits-de-paridad-a-la-inversa-y-compararlos-www-jarroba-com">
              <a:hlinkClick r:id="rId2"/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196752"/>
              <a:ext cx="5688632" cy="2761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8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355976" y="2060848"/>
              <a:ext cx="1872208" cy="1849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539552" y="4863643"/>
            <a:ext cx="842493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¿El bit de la posición 7 no está también coincidiendo en las dos filas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marcadas como erróneas? Ten en cuenta que el bit “1” de la posición 7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ya nos está diciendo la fila “fp1” (verde) que está bien. Solo el “0” de la posición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6 coincide con las filas “fP2” (rojo) y “fP4” (azul) únicamente; y es el que está mal</a:t>
            </a:r>
            <a:r>
              <a:rPr kumimoji="0" lang="es-E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s-E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Código </a:t>
            </a:r>
            <a:r>
              <a:rPr lang="es-ES" dirty="0" err="1" smtClean="0"/>
              <a:t>Hamming</a:t>
            </a:r>
            <a:r>
              <a:rPr lang="es-ES" dirty="0" smtClean="0"/>
              <a:t> para datos &gt; 4bits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1700808"/>
            <a:ext cx="9324528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09120"/>
            <a:ext cx="8886496" cy="149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159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Diapositiva 1</vt:lpstr>
      <vt:lpstr>Código Hamming</vt:lpstr>
      <vt:lpstr>Hamming(7,4)</vt:lpstr>
      <vt:lpstr>Diapositiva 4</vt:lpstr>
      <vt:lpstr>Diapositiva 5</vt:lpstr>
      <vt:lpstr>Diapositiva 6</vt:lpstr>
      <vt:lpstr>Diapositiva 7</vt:lpstr>
      <vt:lpstr>Código Hamming para datos &gt; 4bits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Joseba Ezquerra</dc:creator>
  <cp:lastModifiedBy>Joseba Ezquerra</cp:lastModifiedBy>
  <cp:revision>7</cp:revision>
  <dcterms:created xsi:type="dcterms:W3CDTF">2021-02-14T17:59:39Z</dcterms:created>
  <dcterms:modified xsi:type="dcterms:W3CDTF">2021-02-15T19:39:39Z</dcterms:modified>
</cp:coreProperties>
</file>